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6" r:id="rId3"/>
    <p:sldId id="267" r:id="rId4"/>
    <p:sldId id="268" r:id="rId5"/>
    <p:sldId id="269" r:id="rId6"/>
    <p:sldId id="270" r:id="rId7"/>
    <p:sldId id="271" r:id="rId8"/>
    <p:sldId id="272" r:id="rId9"/>
    <p:sldId id="273" r:id="rId10"/>
    <p:sldId id="274"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diagrams/_rels/data1.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svg" /><Relationship Id="rId1" Type="http://schemas.openxmlformats.org/officeDocument/2006/relationships/image" Target="../media/image6.png" /><Relationship Id="rId4" Type="http://schemas.openxmlformats.org/officeDocument/2006/relationships/image" Target="../media/image9.svg" /></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svg" /><Relationship Id="rId1" Type="http://schemas.openxmlformats.org/officeDocument/2006/relationships/image" Target="../media/image6.png" /><Relationship Id="rId4" Type="http://schemas.openxmlformats.org/officeDocument/2006/relationships/image" Target="../media/image9.svg" /></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29B118-47DF-49D2-840D-C9878E4B328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9C897C8-EA94-4DEC-A451-DF0FF2F679A3}">
      <dgm:prSet/>
      <dgm:spPr/>
      <dgm:t>
        <a:bodyPr/>
        <a:lstStyle/>
        <a:p>
          <a:r>
            <a:rPr lang="en-US"/>
            <a:t>Manual record keeping leads to calculation mistakesDifficulty in tracking daily meals of each student</a:t>
          </a:r>
        </a:p>
      </dgm:t>
    </dgm:pt>
    <dgm:pt modelId="{634E1F36-E420-442C-9384-6E36B7B3B7F2}" type="parTrans" cxnId="{B22F5916-DAE0-4BCE-86FA-9E5C7034057B}">
      <dgm:prSet/>
      <dgm:spPr/>
      <dgm:t>
        <a:bodyPr/>
        <a:lstStyle/>
        <a:p>
          <a:endParaRPr lang="en-US"/>
        </a:p>
      </dgm:t>
    </dgm:pt>
    <dgm:pt modelId="{B10C42C1-2C2D-4D2B-8344-B8BC2945F27E}" type="sibTrans" cxnId="{B22F5916-DAE0-4BCE-86FA-9E5C7034057B}">
      <dgm:prSet/>
      <dgm:spPr/>
      <dgm:t>
        <a:bodyPr/>
        <a:lstStyle/>
        <a:p>
          <a:endParaRPr lang="en-US"/>
        </a:p>
      </dgm:t>
    </dgm:pt>
    <dgm:pt modelId="{B618B720-31E0-47F8-B4A7-127512914629}">
      <dgm:prSet/>
      <dgm:spPr/>
      <dgm:t>
        <a:bodyPr/>
        <a:lstStyle/>
        <a:p>
          <a:r>
            <a:rPr lang="en-US"/>
            <a:t>Billing process becomes complicated and inaccurate</a:t>
          </a:r>
        </a:p>
      </dgm:t>
    </dgm:pt>
    <dgm:pt modelId="{7477BA79-5DA4-4C21-8FBF-9739684742B4}" type="parTrans" cxnId="{6A91C874-C5EA-465D-831D-6420FC1B68F0}">
      <dgm:prSet/>
      <dgm:spPr/>
      <dgm:t>
        <a:bodyPr/>
        <a:lstStyle/>
        <a:p>
          <a:endParaRPr lang="en-US"/>
        </a:p>
      </dgm:t>
    </dgm:pt>
    <dgm:pt modelId="{B1F7D254-C28A-45DB-9095-57E38A2BF114}" type="sibTrans" cxnId="{6A91C874-C5EA-465D-831D-6420FC1B68F0}">
      <dgm:prSet/>
      <dgm:spPr/>
      <dgm:t>
        <a:bodyPr/>
        <a:lstStyle/>
        <a:p>
          <a:endParaRPr lang="en-US"/>
        </a:p>
      </dgm:t>
    </dgm:pt>
    <dgm:pt modelId="{28841ABA-B271-45CB-A9CD-C45742F03833}" type="pres">
      <dgm:prSet presAssocID="{A729B118-47DF-49D2-840D-C9878E4B3284}" presName="root" presStyleCnt="0">
        <dgm:presLayoutVars>
          <dgm:dir/>
          <dgm:resizeHandles val="exact"/>
        </dgm:presLayoutVars>
      </dgm:prSet>
      <dgm:spPr/>
    </dgm:pt>
    <dgm:pt modelId="{E2F878E8-E8AE-4FA8-880C-D98772541DDF}" type="pres">
      <dgm:prSet presAssocID="{39C897C8-EA94-4DEC-A451-DF0FF2F679A3}" presName="compNode" presStyleCnt="0"/>
      <dgm:spPr/>
    </dgm:pt>
    <dgm:pt modelId="{1145CEB3-EB13-4178-96EB-09EB68EFA831}" type="pres">
      <dgm:prSet presAssocID="{39C897C8-EA94-4DEC-A451-DF0FF2F679A3}" presName="bgRect" presStyleLbl="bgShp" presStyleIdx="0" presStyleCnt="2"/>
      <dgm:spPr/>
    </dgm:pt>
    <dgm:pt modelId="{41AB309A-216E-4A00-903F-900AE3B2136F}" type="pres">
      <dgm:prSet presAssocID="{39C897C8-EA94-4DEC-A451-DF0FF2F679A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A0B8F4B2-D2BD-4491-AAC4-CEFDB44B17AF}" type="pres">
      <dgm:prSet presAssocID="{39C897C8-EA94-4DEC-A451-DF0FF2F679A3}" presName="spaceRect" presStyleCnt="0"/>
      <dgm:spPr/>
    </dgm:pt>
    <dgm:pt modelId="{2F344C57-9497-4162-ADF0-051C86558181}" type="pres">
      <dgm:prSet presAssocID="{39C897C8-EA94-4DEC-A451-DF0FF2F679A3}" presName="parTx" presStyleLbl="revTx" presStyleIdx="0" presStyleCnt="2">
        <dgm:presLayoutVars>
          <dgm:chMax val="0"/>
          <dgm:chPref val="0"/>
        </dgm:presLayoutVars>
      </dgm:prSet>
      <dgm:spPr/>
    </dgm:pt>
    <dgm:pt modelId="{5A8F6703-15EC-4B28-8B46-5394F53CFF2A}" type="pres">
      <dgm:prSet presAssocID="{B10C42C1-2C2D-4D2B-8344-B8BC2945F27E}" presName="sibTrans" presStyleCnt="0"/>
      <dgm:spPr/>
    </dgm:pt>
    <dgm:pt modelId="{30BE5E3F-C78D-4C14-92AF-3B6455777523}" type="pres">
      <dgm:prSet presAssocID="{B618B720-31E0-47F8-B4A7-127512914629}" presName="compNode" presStyleCnt="0"/>
      <dgm:spPr/>
    </dgm:pt>
    <dgm:pt modelId="{E5355B5A-A26C-42DC-9BCF-E93182D375A9}" type="pres">
      <dgm:prSet presAssocID="{B618B720-31E0-47F8-B4A7-127512914629}" presName="bgRect" presStyleLbl="bgShp" presStyleIdx="1" presStyleCnt="2"/>
      <dgm:spPr/>
    </dgm:pt>
    <dgm:pt modelId="{EF6D1705-E222-4DD0-B898-1956397D8089}" type="pres">
      <dgm:prSet presAssocID="{B618B720-31E0-47F8-B4A7-12751291462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FC7B1C5A-A90B-4359-B36D-99D1BF64B8D1}" type="pres">
      <dgm:prSet presAssocID="{B618B720-31E0-47F8-B4A7-127512914629}" presName="spaceRect" presStyleCnt="0"/>
      <dgm:spPr/>
    </dgm:pt>
    <dgm:pt modelId="{8CAADE2F-27B2-4D55-BAC8-3CB5E84CF5A1}" type="pres">
      <dgm:prSet presAssocID="{B618B720-31E0-47F8-B4A7-127512914629}" presName="parTx" presStyleLbl="revTx" presStyleIdx="1" presStyleCnt="2">
        <dgm:presLayoutVars>
          <dgm:chMax val="0"/>
          <dgm:chPref val="0"/>
        </dgm:presLayoutVars>
      </dgm:prSet>
      <dgm:spPr/>
    </dgm:pt>
  </dgm:ptLst>
  <dgm:cxnLst>
    <dgm:cxn modelId="{B22F5916-DAE0-4BCE-86FA-9E5C7034057B}" srcId="{A729B118-47DF-49D2-840D-C9878E4B3284}" destId="{39C897C8-EA94-4DEC-A451-DF0FF2F679A3}" srcOrd="0" destOrd="0" parTransId="{634E1F36-E420-442C-9384-6E36B7B3B7F2}" sibTransId="{B10C42C1-2C2D-4D2B-8344-B8BC2945F27E}"/>
    <dgm:cxn modelId="{6F2EAA3C-53E4-48B7-BBFD-01134983A6BA}" type="presOf" srcId="{B618B720-31E0-47F8-B4A7-127512914629}" destId="{8CAADE2F-27B2-4D55-BAC8-3CB5E84CF5A1}" srcOrd="0" destOrd="0" presId="urn:microsoft.com/office/officeart/2018/2/layout/IconVerticalSolidList"/>
    <dgm:cxn modelId="{86D03243-DA45-4F5A-8B84-77A9D5582940}" type="presOf" srcId="{39C897C8-EA94-4DEC-A451-DF0FF2F679A3}" destId="{2F344C57-9497-4162-ADF0-051C86558181}" srcOrd="0" destOrd="0" presId="urn:microsoft.com/office/officeart/2018/2/layout/IconVerticalSolidList"/>
    <dgm:cxn modelId="{BB9FD444-58CB-4F0F-A0AA-8BE80C693D8B}" type="presOf" srcId="{A729B118-47DF-49D2-840D-C9878E4B3284}" destId="{28841ABA-B271-45CB-A9CD-C45742F03833}" srcOrd="0" destOrd="0" presId="urn:microsoft.com/office/officeart/2018/2/layout/IconVerticalSolidList"/>
    <dgm:cxn modelId="{6A91C874-C5EA-465D-831D-6420FC1B68F0}" srcId="{A729B118-47DF-49D2-840D-C9878E4B3284}" destId="{B618B720-31E0-47F8-B4A7-127512914629}" srcOrd="1" destOrd="0" parTransId="{7477BA79-5DA4-4C21-8FBF-9739684742B4}" sibTransId="{B1F7D254-C28A-45DB-9095-57E38A2BF114}"/>
    <dgm:cxn modelId="{9560A36B-25E7-42AE-81ED-DDA0C6874F53}" type="presParOf" srcId="{28841ABA-B271-45CB-A9CD-C45742F03833}" destId="{E2F878E8-E8AE-4FA8-880C-D98772541DDF}" srcOrd="0" destOrd="0" presId="urn:microsoft.com/office/officeart/2018/2/layout/IconVerticalSolidList"/>
    <dgm:cxn modelId="{24B3773E-4EEF-45CB-AC74-243A208824FC}" type="presParOf" srcId="{E2F878E8-E8AE-4FA8-880C-D98772541DDF}" destId="{1145CEB3-EB13-4178-96EB-09EB68EFA831}" srcOrd="0" destOrd="0" presId="urn:microsoft.com/office/officeart/2018/2/layout/IconVerticalSolidList"/>
    <dgm:cxn modelId="{48EAC78A-4D55-4990-97D1-E703D7126A5B}" type="presParOf" srcId="{E2F878E8-E8AE-4FA8-880C-D98772541DDF}" destId="{41AB309A-216E-4A00-903F-900AE3B2136F}" srcOrd="1" destOrd="0" presId="urn:microsoft.com/office/officeart/2018/2/layout/IconVerticalSolidList"/>
    <dgm:cxn modelId="{D666D2D8-FA96-438F-BC2E-29C0AB49305C}" type="presParOf" srcId="{E2F878E8-E8AE-4FA8-880C-D98772541DDF}" destId="{A0B8F4B2-D2BD-4491-AAC4-CEFDB44B17AF}" srcOrd="2" destOrd="0" presId="urn:microsoft.com/office/officeart/2018/2/layout/IconVerticalSolidList"/>
    <dgm:cxn modelId="{FC99D28D-F90B-44D8-96A2-3B8463DBDBC3}" type="presParOf" srcId="{E2F878E8-E8AE-4FA8-880C-D98772541DDF}" destId="{2F344C57-9497-4162-ADF0-051C86558181}" srcOrd="3" destOrd="0" presId="urn:microsoft.com/office/officeart/2018/2/layout/IconVerticalSolidList"/>
    <dgm:cxn modelId="{05602EA8-18E6-4B31-9238-15B97AAD87D7}" type="presParOf" srcId="{28841ABA-B271-45CB-A9CD-C45742F03833}" destId="{5A8F6703-15EC-4B28-8B46-5394F53CFF2A}" srcOrd="1" destOrd="0" presId="urn:microsoft.com/office/officeart/2018/2/layout/IconVerticalSolidList"/>
    <dgm:cxn modelId="{8FF268EE-ADE1-48C8-95FD-E9E68BC5CF80}" type="presParOf" srcId="{28841ABA-B271-45CB-A9CD-C45742F03833}" destId="{30BE5E3F-C78D-4C14-92AF-3B6455777523}" srcOrd="2" destOrd="0" presId="urn:microsoft.com/office/officeart/2018/2/layout/IconVerticalSolidList"/>
    <dgm:cxn modelId="{F3A4BE31-2B4D-4B2B-8523-AD4ECC29ABAA}" type="presParOf" srcId="{30BE5E3F-C78D-4C14-92AF-3B6455777523}" destId="{E5355B5A-A26C-42DC-9BCF-E93182D375A9}" srcOrd="0" destOrd="0" presId="urn:microsoft.com/office/officeart/2018/2/layout/IconVerticalSolidList"/>
    <dgm:cxn modelId="{E9A0F8F9-969E-4D83-9592-74E953B7337A}" type="presParOf" srcId="{30BE5E3F-C78D-4C14-92AF-3B6455777523}" destId="{EF6D1705-E222-4DD0-B898-1956397D8089}" srcOrd="1" destOrd="0" presId="urn:microsoft.com/office/officeart/2018/2/layout/IconVerticalSolidList"/>
    <dgm:cxn modelId="{B375E7E9-0061-4354-BE39-0230CD05AADF}" type="presParOf" srcId="{30BE5E3F-C78D-4C14-92AF-3B6455777523}" destId="{FC7B1C5A-A90B-4359-B36D-99D1BF64B8D1}" srcOrd="2" destOrd="0" presId="urn:microsoft.com/office/officeart/2018/2/layout/IconVerticalSolidList"/>
    <dgm:cxn modelId="{E237DB01-414F-45B6-9AC7-A1975B30E667}" type="presParOf" srcId="{30BE5E3F-C78D-4C14-92AF-3B6455777523}" destId="{8CAADE2F-27B2-4D55-BAC8-3CB5E84CF5A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6B975E-A805-4A13-AEBB-A103FB6BBE5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DBFC5BA0-2FC7-48B2-BBD9-D3F55998AD0F}">
      <dgm:prSet/>
      <dgm:spPr/>
      <dgm:t>
        <a:bodyPr/>
        <a:lstStyle/>
        <a:p>
          <a:r>
            <a:rPr lang="en-US"/>
            <a:t>Team Members </a:t>
          </a:r>
        </a:p>
      </dgm:t>
    </dgm:pt>
    <dgm:pt modelId="{E52BA3B1-94C6-4A39-8212-970C12647E0F}" type="parTrans" cxnId="{C3DA8C03-1941-48D2-A7AA-876F1EF9966E}">
      <dgm:prSet/>
      <dgm:spPr/>
      <dgm:t>
        <a:bodyPr/>
        <a:lstStyle/>
        <a:p>
          <a:endParaRPr lang="en-US"/>
        </a:p>
      </dgm:t>
    </dgm:pt>
    <dgm:pt modelId="{11A9D9D3-D7DB-478B-9EC7-BE102C529CF8}" type="sibTrans" cxnId="{C3DA8C03-1941-48D2-A7AA-876F1EF9966E}">
      <dgm:prSet/>
      <dgm:spPr/>
      <dgm:t>
        <a:bodyPr/>
        <a:lstStyle/>
        <a:p>
          <a:endParaRPr lang="en-US"/>
        </a:p>
      </dgm:t>
    </dgm:pt>
    <dgm:pt modelId="{3BCE6B8A-D4C5-483E-A28F-D8BC68B87AF5}">
      <dgm:prSet/>
      <dgm:spPr/>
      <dgm:t>
        <a:bodyPr/>
        <a:lstStyle/>
        <a:p>
          <a:r>
            <a:rPr lang="en-US"/>
            <a:t>N.Satya.                             -25A31A04E5</a:t>
          </a:r>
        </a:p>
      </dgm:t>
    </dgm:pt>
    <dgm:pt modelId="{DAA97D26-F85B-4B08-96CA-15C6C9A4C27E}" type="parTrans" cxnId="{E3B459B5-010F-472F-9C85-1DD4808E608C}">
      <dgm:prSet/>
      <dgm:spPr/>
      <dgm:t>
        <a:bodyPr/>
        <a:lstStyle/>
        <a:p>
          <a:endParaRPr lang="en-US"/>
        </a:p>
      </dgm:t>
    </dgm:pt>
    <dgm:pt modelId="{1130AF3F-6CA8-48C6-AC0A-6BE0681A595A}" type="sibTrans" cxnId="{E3B459B5-010F-472F-9C85-1DD4808E608C}">
      <dgm:prSet/>
      <dgm:spPr/>
      <dgm:t>
        <a:bodyPr/>
        <a:lstStyle/>
        <a:p>
          <a:endParaRPr lang="en-US"/>
        </a:p>
      </dgm:t>
    </dgm:pt>
    <dgm:pt modelId="{37DD43E8-F828-42C1-A3CB-879C99F783E8}">
      <dgm:prSet/>
      <dgm:spPr/>
      <dgm:t>
        <a:bodyPr/>
        <a:lstStyle/>
        <a:p>
          <a:r>
            <a:rPr lang="en-US"/>
            <a:t>P.Jani Hasini.                     -25A31A04E6</a:t>
          </a:r>
        </a:p>
      </dgm:t>
    </dgm:pt>
    <dgm:pt modelId="{C677DCC5-176E-4071-A414-8B38F29D2996}" type="parTrans" cxnId="{74F1BE34-BD2C-4FC0-8AE3-01FE2CFC07AF}">
      <dgm:prSet/>
      <dgm:spPr/>
      <dgm:t>
        <a:bodyPr/>
        <a:lstStyle/>
        <a:p>
          <a:endParaRPr lang="en-US"/>
        </a:p>
      </dgm:t>
    </dgm:pt>
    <dgm:pt modelId="{E09E2A0E-766D-4E57-83E4-7BE666301980}" type="sibTrans" cxnId="{74F1BE34-BD2C-4FC0-8AE3-01FE2CFC07AF}">
      <dgm:prSet/>
      <dgm:spPr/>
      <dgm:t>
        <a:bodyPr/>
        <a:lstStyle/>
        <a:p>
          <a:endParaRPr lang="en-US"/>
        </a:p>
      </dgm:t>
    </dgm:pt>
    <dgm:pt modelId="{9903D812-71A1-4079-B710-B2E887B4CA45}">
      <dgm:prSet/>
      <dgm:spPr/>
      <dgm:t>
        <a:bodyPr/>
        <a:lstStyle/>
        <a:p>
          <a:r>
            <a:rPr lang="en-US" dirty="0" err="1"/>
            <a:t>K.B.Trina</a:t>
          </a:r>
          <a:r>
            <a:rPr lang="en-IN" dirty="0"/>
            <a:t>dh.           </a:t>
          </a:r>
          <a:r>
            <a:rPr lang="en-US" dirty="0"/>
            <a:t>            -25A31A04H6</a:t>
          </a:r>
        </a:p>
      </dgm:t>
    </dgm:pt>
    <dgm:pt modelId="{C8723C9E-65E8-4BC1-96E4-D775F11AAB3B}" type="parTrans" cxnId="{DCBC335F-8F4E-40B5-8F5E-876A975E8EAB}">
      <dgm:prSet/>
      <dgm:spPr/>
      <dgm:t>
        <a:bodyPr/>
        <a:lstStyle/>
        <a:p>
          <a:endParaRPr lang="en-US"/>
        </a:p>
      </dgm:t>
    </dgm:pt>
    <dgm:pt modelId="{F3CF8C59-D40B-4B2C-8955-909C9E0F09C6}" type="sibTrans" cxnId="{DCBC335F-8F4E-40B5-8F5E-876A975E8EAB}">
      <dgm:prSet/>
      <dgm:spPr/>
      <dgm:t>
        <a:bodyPr/>
        <a:lstStyle/>
        <a:p>
          <a:endParaRPr lang="en-US"/>
        </a:p>
      </dgm:t>
    </dgm:pt>
    <dgm:pt modelId="{5CC900DE-8235-465C-B1BF-B2CB622D175B}">
      <dgm:prSet/>
      <dgm:spPr/>
      <dgm:t>
        <a:bodyPr/>
        <a:lstStyle/>
        <a:p>
          <a:r>
            <a:rPr lang="en-US"/>
            <a:t>K.K.S.Manikanta.              -25A31A04H7</a:t>
          </a:r>
        </a:p>
      </dgm:t>
    </dgm:pt>
    <dgm:pt modelId="{53706055-C2B2-4931-8D65-CCEE8420D135}" type="parTrans" cxnId="{E8D4C541-9FEF-44E3-AB54-C02F56881383}">
      <dgm:prSet/>
      <dgm:spPr/>
      <dgm:t>
        <a:bodyPr/>
        <a:lstStyle/>
        <a:p>
          <a:endParaRPr lang="en-US"/>
        </a:p>
      </dgm:t>
    </dgm:pt>
    <dgm:pt modelId="{65E70C78-992E-4CE7-8DBA-3D7923A6BF67}" type="sibTrans" cxnId="{E8D4C541-9FEF-44E3-AB54-C02F56881383}">
      <dgm:prSet/>
      <dgm:spPr/>
      <dgm:t>
        <a:bodyPr/>
        <a:lstStyle/>
        <a:p>
          <a:endParaRPr lang="en-US"/>
        </a:p>
      </dgm:t>
    </dgm:pt>
    <dgm:pt modelId="{30E06935-8C35-F14B-9E6E-A196912FC8E9}" type="pres">
      <dgm:prSet presAssocID="{016B975E-A805-4A13-AEBB-A103FB6BBE51}" presName="linear" presStyleCnt="0">
        <dgm:presLayoutVars>
          <dgm:animLvl val="lvl"/>
          <dgm:resizeHandles val="exact"/>
        </dgm:presLayoutVars>
      </dgm:prSet>
      <dgm:spPr/>
    </dgm:pt>
    <dgm:pt modelId="{F0DCDC91-64A0-3545-9AF2-38EC73AE6971}" type="pres">
      <dgm:prSet presAssocID="{DBFC5BA0-2FC7-48B2-BBD9-D3F55998AD0F}" presName="parentText" presStyleLbl="node1" presStyleIdx="0" presStyleCnt="5">
        <dgm:presLayoutVars>
          <dgm:chMax val="0"/>
          <dgm:bulletEnabled val="1"/>
        </dgm:presLayoutVars>
      </dgm:prSet>
      <dgm:spPr/>
    </dgm:pt>
    <dgm:pt modelId="{57A012EB-49AB-5140-B2FB-64C034D0F6A3}" type="pres">
      <dgm:prSet presAssocID="{11A9D9D3-D7DB-478B-9EC7-BE102C529CF8}" presName="spacer" presStyleCnt="0"/>
      <dgm:spPr/>
    </dgm:pt>
    <dgm:pt modelId="{257034D1-9EE3-B24B-8157-EF35212CB9D9}" type="pres">
      <dgm:prSet presAssocID="{3BCE6B8A-D4C5-483E-A28F-D8BC68B87AF5}" presName="parentText" presStyleLbl="node1" presStyleIdx="1" presStyleCnt="5">
        <dgm:presLayoutVars>
          <dgm:chMax val="0"/>
          <dgm:bulletEnabled val="1"/>
        </dgm:presLayoutVars>
      </dgm:prSet>
      <dgm:spPr/>
    </dgm:pt>
    <dgm:pt modelId="{ABE758BF-C3B5-8540-8A1B-B35D1B8E01FF}" type="pres">
      <dgm:prSet presAssocID="{1130AF3F-6CA8-48C6-AC0A-6BE0681A595A}" presName="spacer" presStyleCnt="0"/>
      <dgm:spPr/>
    </dgm:pt>
    <dgm:pt modelId="{8726D7C0-87B2-E04E-9D11-6F82ABFD116F}" type="pres">
      <dgm:prSet presAssocID="{37DD43E8-F828-42C1-A3CB-879C99F783E8}" presName="parentText" presStyleLbl="node1" presStyleIdx="2" presStyleCnt="5">
        <dgm:presLayoutVars>
          <dgm:chMax val="0"/>
          <dgm:bulletEnabled val="1"/>
        </dgm:presLayoutVars>
      </dgm:prSet>
      <dgm:spPr/>
    </dgm:pt>
    <dgm:pt modelId="{33564D6A-F709-8848-9A6E-4D828D540493}" type="pres">
      <dgm:prSet presAssocID="{E09E2A0E-766D-4E57-83E4-7BE666301980}" presName="spacer" presStyleCnt="0"/>
      <dgm:spPr/>
    </dgm:pt>
    <dgm:pt modelId="{93F3151A-D82E-4B4C-8682-4DB3B2542E32}" type="pres">
      <dgm:prSet presAssocID="{9903D812-71A1-4079-B710-B2E887B4CA45}" presName="parentText" presStyleLbl="node1" presStyleIdx="3" presStyleCnt="5">
        <dgm:presLayoutVars>
          <dgm:chMax val="0"/>
          <dgm:bulletEnabled val="1"/>
        </dgm:presLayoutVars>
      </dgm:prSet>
      <dgm:spPr/>
    </dgm:pt>
    <dgm:pt modelId="{E946E13F-8B34-884A-85C2-AE6944F90CCE}" type="pres">
      <dgm:prSet presAssocID="{F3CF8C59-D40B-4B2C-8955-909C9E0F09C6}" presName="spacer" presStyleCnt="0"/>
      <dgm:spPr/>
    </dgm:pt>
    <dgm:pt modelId="{43EAD817-D993-FD48-A919-DCB5A241C3A1}" type="pres">
      <dgm:prSet presAssocID="{5CC900DE-8235-465C-B1BF-B2CB622D175B}" presName="parentText" presStyleLbl="node1" presStyleIdx="4" presStyleCnt="5">
        <dgm:presLayoutVars>
          <dgm:chMax val="0"/>
          <dgm:bulletEnabled val="1"/>
        </dgm:presLayoutVars>
      </dgm:prSet>
      <dgm:spPr/>
    </dgm:pt>
  </dgm:ptLst>
  <dgm:cxnLst>
    <dgm:cxn modelId="{C3DA8C03-1941-48D2-A7AA-876F1EF9966E}" srcId="{016B975E-A805-4A13-AEBB-A103FB6BBE51}" destId="{DBFC5BA0-2FC7-48B2-BBD9-D3F55998AD0F}" srcOrd="0" destOrd="0" parTransId="{E52BA3B1-94C6-4A39-8212-970C12647E0F}" sibTransId="{11A9D9D3-D7DB-478B-9EC7-BE102C529CF8}"/>
    <dgm:cxn modelId="{74F1BE34-BD2C-4FC0-8AE3-01FE2CFC07AF}" srcId="{016B975E-A805-4A13-AEBB-A103FB6BBE51}" destId="{37DD43E8-F828-42C1-A3CB-879C99F783E8}" srcOrd="2" destOrd="0" parTransId="{C677DCC5-176E-4071-A414-8B38F29D2996}" sibTransId="{E09E2A0E-766D-4E57-83E4-7BE666301980}"/>
    <dgm:cxn modelId="{DCBC335F-8F4E-40B5-8F5E-876A975E8EAB}" srcId="{016B975E-A805-4A13-AEBB-A103FB6BBE51}" destId="{9903D812-71A1-4079-B710-B2E887B4CA45}" srcOrd="3" destOrd="0" parTransId="{C8723C9E-65E8-4BC1-96E4-D775F11AAB3B}" sibTransId="{F3CF8C59-D40B-4B2C-8955-909C9E0F09C6}"/>
    <dgm:cxn modelId="{E8D4C541-9FEF-44E3-AB54-C02F56881383}" srcId="{016B975E-A805-4A13-AEBB-A103FB6BBE51}" destId="{5CC900DE-8235-465C-B1BF-B2CB622D175B}" srcOrd="4" destOrd="0" parTransId="{53706055-C2B2-4931-8D65-CCEE8420D135}" sibTransId="{65E70C78-992E-4CE7-8DBA-3D7923A6BF67}"/>
    <dgm:cxn modelId="{44BA1548-CAB2-AC4F-981E-157E12F5B58A}" type="presOf" srcId="{DBFC5BA0-2FC7-48B2-BBD9-D3F55998AD0F}" destId="{F0DCDC91-64A0-3545-9AF2-38EC73AE6971}" srcOrd="0" destOrd="0" presId="urn:microsoft.com/office/officeart/2005/8/layout/vList2"/>
    <dgm:cxn modelId="{DD4B3692-E472-3745-8C13-B2726EA93EB2}" type="presOf" srcId="{5CC900DE-8235-465C-B1BF-B2CB622D175B}" destId="{43EAD817-D993-FD48-A919-DCB5A241C3A1}" srcOrd="0" destOrd="0" presId="urn:microsoft.com/office/officeart/2005/8/layout/vList2"/>
    <dgm:cxn modelId="{268154B2-A6E6-2548-B773-1C0A9672FB87}" type="presOf" srcId="{3BCE6B8A-D4C5-483E-A28F-D8BC68B87AF5}" destId="{257034D1-9EE3-B24B-8157-EF35212CB9D9}" srcOrd="0" destOrd="0" presId="urn:microsoft.com/office/officeart/2005/8/layout/vList2"/>
    <dgm:cxn modelId="{E3B459B5-010F-472F-9C85-1DD4808E608C}" srcId="{016B975E-A805-4A13-AEBB-A103FB6BBE51}" destId="{3BCE6B8A-D4C5-483E-A28F-D8BC68B87AF5}" srcOrd="1" destOrd="0" parTransId="{DAA97D26-F85B-4B08-96CA-15C6C9A4C27E}" sibTransId="{1130AF3F-6CA8-48C6-AC0A-6BE0681A595A}"/>
    <dgm:cxn modelId="{7C5D12CE-DE7E-0E4F-9215-850ACB237D6A}" type="presOf" srcId="{37DD43E8-F828-42C1-A3CB-879C99F783E8}" destId="{8726D7C0-87B2-E04E-9D11-6F82ABFD116F}" srcOrd="0" destOrd="0" presId="urn:microsoft.com/office/officeart/2005/8/layout/vList2"/>
    <dgm:cxn modelId="{C3384CD5-DBDF-8D49-B537-5D230F99FAE2}" type="presOf" srcId="{9903D812-71A1-4079-B710-B2E887B4CA45}" destId="{93F3151A-D82E-4B4C-8682-4DB3B2542E32}" srcOrd="0" destOrd="0" presId="urn:microsoft.com/office/officeart/2005/8/layout/vList2"/>
    <dgm:cxn modelId="{B70A4EE4-59AD-4445-A88F-2149E580187C}" type="presOf" srcId="{016B975E-A805-4A13-AEBB-A103FB6BBE51}" destId="{30E06935-8C35-F14B-9E6E-A196912FC8E9}" srcOrd="0" destOrd="0" presId="urn:microsoft.com/office/officeart/2005/8/layout/vList2"/>
    <dgm:cxn modelId="{1CF74328-6E4E-734B-920A-C5C2FCF086C9}" type="presParOf" srcId="{30E06935-8C35-F14B-9E6E-A196912FC8E9}" destId="{F0DCDC91-64A0-3545-9AF2-38EC73AE6971}" srcOrd="0" destOrd="0" presId="urn:microsoft.com/office/officeart/2005/8/layout/vList2"/>
    <dgm:cxn modelId="{44E59C00-D122-9840-B91E-5BC30B697E6B}" type="presParOf" srcId="{30E06935-8C35-F14B-9E6E-A196912FC8E9}" destId="{57A012EB-49AB-5140-B2FB-64C034D0F6A3}" srcOrd="1" destOrd="0" presId="urn:microsoft.com/office/officeart/2005/8/layout/vList2"/>
    <dgm:cxn modelId="{79AC6EB2-9315-6348-8371-E1D880AF3D7B}" type="presParOf" srcId="{30E06935-8C35-F14B-9E6E-A196912FC8E9}" destId="{257034D1-9EE3-B24B-8157-EF35212CB9D9}" srcOrd="2" destOrd="0" presId="urn:microsoft.com/office/officeart/2005/8/layout/vList2"/>
    <dgm:cxn modelId="{B1C89AFF-6224-B04D-BACD-7100DE087B78}" type="presParOf" srcId="{30E06935-8C35-F14B-9E6E-A196912FC8E9}" destId="{ABE758BF-C3B5-8540-8A1B-B35D1B8E01FF}" srcOrd="3" destOrd="0" presId="urn:microsoft.com/office/officeart/2005/8/layout/vList2"/>
    <dgm:cxn modelId="{4DECE724-FD3C-DD4B-8DE1-3EA48E5E25AE}" type="presParOf" srcId="{30E06935-8C35-F14B-9E6E-A196912FC8E9}" destId="{8726D7C0-87B2-E04E-9D11-6F82ABFD116F}" srcOrd="4" destOrd="0" presId="urn:microsoft.com/office/officeart/2005/8/layout/vList2"/>
    <dgm:cxn modelId="{404BA88A-6425-584A-813F-3068B94EAFF2}" type="presParOf" srcId="{30E06935-8C35-F14B-9E6E-A196912FC8E9}" destId="{33564D6A-F709-8848-9A6E-4D828D540493}" srcOrd="5" destOrd="0" presId="urn:microsoft.com/office/officeart/2005/8/layout/vList2"/>
    <dgm:cxn modelId="{5DC5D3AE-6ADA-3140-9FCC-B269EDAF4F40}" type="presParOf" srcId="{30E06935-8C35-F14B-9E6E-A196912FC8E9}" destId="{93F3151A-D82E-4B4C-8682-4DB3B2542E32}" srcOrd="6" destOrd="0" presId="urn:microsoft.com/office/officeart/2005/8/layout/vList2"/>
    <dgm:cxn modelId="{1E98A46C-30ED-6A4A-97DD-E9FF594D3C04}" type="presParOf" srcId="{30E06935-8C35-F14B-9E6E-A196912FC8E9}" destId="{E946E13F-8B34-884A-85C2-AE6944F90CCE}" srcOrd="7" destOrd="0" presId="urn:microsoft.com/office/officeart/2005/8/layout/vList2"/>
    <dgm:cxn modelId="{03B609C3-98F5-4D4C-A65D-E0BB54749638}" type="presParOf" srcId="{30E06935-8C35-F14B-9E6E-A196912FC8E9}" destId="{43EAD817-D993-FD48-A919-DCB5A241C3A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5CEB3-EB13-4178-96EB-09EB68EFA831}">
      <dsp:nvSpPr>
        <dsp:cNvPr id="0" name=""/>
        <dsp:cNvSpPr/>
      </dsp:nvSpPr>
      <dsp:spPr>
        <a:xfrm>
          <a:off x="0" y="940328"/>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AB309A-216E-4A00-903F-900AE3B2136F}">
      <dsp:nvSpPr>
        <dsp:cNvPr id="0" name=""/>
        <dsp:cNvSpPr/>
      </dsp:nvSpPr>
      <dsp:spPr>
        <a:xfrm>
          <a:off x="525137" y="1330926"/>
          <a:ext cx="954795" cy="9547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344C57-9497-4162-ADF0-051C86558181}">
      <dsp:nvSpPr>
        <dsp:cNvPr id="0" name=""/>
        <dsp:cNvSpPr/>
      </dsp:nvSpPr>
      <dsp:spPr>
        <a:xfrm>
          <a:off x="2005069" y="940328"/>
          <a:ext cx="4944370"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066800">
            <a:lnSpc>
              <a:spcPct val="90000"/>
            </a:lnSpc>
            <a:spcBef>
              <a:spcPct val="0"/>
            </a:spcBef>
            <a:spcAft>
              <a:spcPct val="35000"/>
            </a:spcAft>
            <a:buNone/>
          </a:pPr>
          <a:r>
            <a:rPr lang="en-US" sz="2400" kern="1200"/>
            <a:t>Manual record keeping leads to calculation mistakesDifficulty in tracking daily meals of each student</a:t>
          </a:r>
        </a:p>
      </dsp:txBody>
      <dsp:txXfrm>
        <a:off x="2005069" y="940328"/>
        <a:ext cx="4944370" cy="1735991"/>
      </dsp:txXfrm>
    </dsp:sp>
    <dsp:sp modelId="{E5355B5A-A26C-42DC-9BCF-E93182D375A9}">
      <dsp:nvSpPr>
        <dsp:cNvPr id="0" name=""/>
        <dsp:cNvSpPr/>
      </dsp:nvSpPr>
      <dsp:spPr>
        <a:xfrm>
          <a:off x="0" y="3110317"/>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6D1705-E222-4DD0-B898-1956397D8089}">
      <dsp:nvSpPr>
        <dsp:cNvPr id="0" name=""/>
        <dsp:cNvSpPr/>
      </dsp:nvSpPr>
      <dsp:spPr>
        <a:xfrm>
          <a:off x="525137" y="3500915"/>
          <a:ext cx="954795" cy="9547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AADE2F-27B2-4D55-BAC8-3CB5E84CF5A1}">
      <dsp:nvSpPr>
        <dsp:cNvPr id="0" name=""/>
        <dsp:cNvSpPr/>
      </dsp:nvSpPr>
      <dsp:spPr>
        <a:xfrm>
          <a:off x="2005069" y="3110317"/>
          <a:ext cx="4944370"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066800">
            <a:lnSpc>
              <a:spcPct val="90000"/>
            </a:lnSpc>
            <a:spcBef>
              <a:spcPct val="0"/>
            </a:spcBef>
            <a:spcAft>
              <a:spcPct val="35000"/>
            </a:spcAft>
            <a:buNone/>
          </a:pPr>
          <a:r>
            <a:rPr lang="en-US" sz="2400" kern="1200"/>
            <a:t>Billing process becomes complicated and inaccurate</a:t>
          </a:r>
        </a:p>
      </dsp:txBody>
      <dsp:txXfrm>
        <a:off x="2005069" y="3110317"/>
        <a:ext cx="4944370" cy="17359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CDC91-64A0-3545-9AF2-38EC73AE6971}">
      <dsp:nvSpPr>
        <dsp:cNvPr id="0" name=""/>
        <dsp:cNvSpPr/>
      </dsp:nvSpPr>
      <dsp:spPr>
        <a:xfrm>
          <a:off x="0" y="1053088"/>
          <a:ext cx="6949440" cy="6715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Team Members </a:t>
          </a:r>
        </a:p>
      </dsp:txBody>
      <dsp:txXfrm>
        <a:off x="32784" y="1085872"/>
        <a:ext cx="6883872" cy="606012"/>
      </dsp:txXfrm>
    </dsp:sp>
    <dsp:sp modelId="{257034D1-9EE3-B24B-8157-EF35212CB9D9}">
      <dsp:nvSpPr>
        <dsp:cNvPr id="0" name=""/>
        <dsp:cNvSpPr/>
      </dsp:nvSpPr>
      <dsp:spPr>
        <a:xfrm>
          <a:off x="0" y="1805308"/>
          <a:ext cx="6949440" cy="671580"/>
        </a:xfrm>
        <a:prstGeom prst="roundRect">
          <a:avLst/>
        </a:prstGeom>
        <a:solidFill>
          <a:schemeClr val="accent2">
            <a:hueOff val="-260332"/>
            <a:satOff val="-5408"/>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N.Satya.                             -25A31A04E5</a:t>
          </a:r>
        </a:p>
      </dsp:txBody>
      <dsp:txXfrm>
        <a:off x="32784" y="1838092"/>
        <a:ext cx="6883872" cy="606012"/>
      </dsp:txXfrm>
    </dsp:sp>
    <dsp:sp modelId="{8726D7C0-87B2-E04E-9D11-6F82ABFD116F}">
      <dsp:nvSpPr>
        <dsp:cNvPr id="0" name=""/>
        <dsp:cNvSpPr/>
      </dsp:nvSpPr>
      <dsp:spPr>
        <a:xfrm>
          <a:off x="0" y="2557528"/>
          <a:ext cx="6949440" cy="67158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P.Jani Hasini.                     -25A31A04E6</a:t>
          </a:r>
        </a:p>
      </dsp:txBody>
      <dsp:txXfrm>
        <a:off x="32784" y="2590312"/>
        <a:ext cx="6883872" cy="606012"/>
      </dsp:txXfrm>
    </dsp:sp>
    <dsp:sp modelId="{93F3151A-D82E-4B4C-8682-4DB3B2542E32}">
      <dsp:nvSpPr>
        <dsp:cNvPr id="0" name=""/>
        <dsp:cNvSpPr/>
      </dsp:nvSpPr>
      <dsp:spPr>
        <a:xfrm>
          <a:off x="0" y="3309748"/>
          <a:ext cx="6949440" cy="671580"/>
        </a:xfrm>
        <a:prstGeom prst="roundRect">
          <a:avLst/>
        </a:prstGeom>
        <a:solidFill>
          <a:schemeClr val="accent2">
            <a:hueOff val="-780997"/>
            <a:satOff val="-16223"/>
            <a:lumOff val="-4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t>K.B.Trina</a:t>
          </a:r>
          <a:r>
            <a:rPr lang="en-IN" sz="2800" kern="1200" dirty="0"/>
            <a:t>dh.           </a:t>
          </a:r>
          <a:r>
            <a:rPr lang="en-US" sz="2800" kern="1200" dirty="0"/>
            <a:t>            -25A31A04H6</a:t>
          </a:r>
        </a:p>
      </dsp:txBody>
      <dsp:txXfrm>
        <a:off x="32784" y="3342532"/>
        <a:ext cx="6883872" cy="606012"/>
      </dsp:txXfrm>
    </dsp:sp>
    <dsp:sp modelId="{43EAD817-D993-FD48-A919-DCB5A241C3A1}">
      <dsp:nvSpPr>
        <dsp:cNvPr id="0" name=""/>
        <dsp:cNvSpPr/>
      </dsp:nvSpPr>
      <dsp:spPr>
        <a:xfrm>
          <a:off x="0" y="4061968"/>
          <a:ext cx="6949440" cy="67158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K.K.S.Manikanta.              -25A31A04H7</a:t>
          </a:r>
        </a:p>
      </dsp:txBody>
      <dsp:txXfrm>
        <a:off x="32784" y="4094752"/>
        <a:ext cx="6883872" cy="6060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92201585"/>
      </p:ext>
    </p:extLst>
  </p:cSld>
  <p:clrMapOvr>
    <a:masterClrMapping/>
  </p:clrMapOvr>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3187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4681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7085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700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9582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7530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0383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639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514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5049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239770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5.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4.sv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6.sv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1BA7680-B1FB-4B6B-2155-45DD5D6C4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2A13BA5-F1E5-A720-BF5A-B2D70AC58521}"/>
              </a:ext>
            </a:extLst>
          </p:cNvPr>
          <p:cNvPicPr>
            <a:picLocks noChangeAspect="1"/>
          </p:cNvPicPr>
          <p:nvPr/>
        </p:nvPicPr>
        <p:blipFill>
          <a:blip r:embed="rId2"/>
          <a:srcRect t="18183" r="9085" b="-7"/>
          <a:stretch>
            <a:fillRect/>
          </a:stretch>
        </p:blipFill>
        <p:spPr>
          <a:xfrm>
            <a:off x="20" y="-1"/>
            <a:ext cx="12191980" cy="6858001"/>
          </a:xfrm>
          <a:prstGeom prst="rect">
            <a:avLst/>
          </a:prstGeom>
        </p:spPr>
      </p:pic>
      <p:sp>
        <p:nvSpPr>
          <p:cNvPr id="11" name="Rectangle 10">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32383"/>
            <a:ext cx="12192000" cy="4525617"/>
          </a:xfrm>
          <a:prstGeom prst="rect">
            <a:avLst/>
          </a:prstGeom>
          <a:gradFill>
            <a:gsLst>
              <a:gs pos="0">
                <a:srgbClr val="000000">
                  <a:alpha val="0"/>
                </a:srgbClr>
              </a:gs>
              <a:gs pos="55000">
                <a:srgbClr val="000000">
                  <a:alpha val="35000"/>
                </a:srgbClr>
              </a:gs>
              <a:gs pos="100000">
                <a:srgbClr val="000000">
                  <a:alpha val="4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24506" y="3991500"/>
            <a:ext cx="8837546" cy="1870483"/>
          </a:xfrm>
        </p:spPr>
        <p:txBody>
          <a:bodyPr>
            <a:normAutofit/>
          </a:bodyPr>
          <a:lstStyle/>
          <a:p>
            <a:pPr algn="l"/>
            <a:r>
              <a:rPr lang="en-US" sz="5600">
                <a:solidFill>
                  <a:srgbClr val="FFFFFF"/>
                </a:solidFill>
              </a:rPr>
              <a:t>HOSTEL MESS MANAGEMENT SYSTEM</a:t>
            </a:r>
          </a:p>
        </p:txBody>
      </p:sp>
    </p:spTree>
    <p:extLst>
      <p:ext uri="{BB962C8B-B14F-4D97-AF65-F5344CB8AC3E}">
        <p14:creationId xmlns:p14="http://schemas.microsoft.com/office/powerpoint/2010/main" val="103182131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5862396" cy="1527048"/>
          </a:xfrm>
        </p:spPr>
        <p:txBody>
          <a:bodyPr anchor="b">
            <a:normAutofit/>
          </a:bodyPr>
          <a:lstStyle/>
          <a:p>
            <a:endParaRPr/>
          </a:p>
        </p:txBody>
      </p:sp>
      <p:sp>
        <p:nvSpPr>
          <p:cNvPr id="3" name="Content Placeholder"/>
          <p:cNvSpPr>
            <a:spLocks noGrp="1"/>
          </p:cNvSpPr>
          <p:nvPr>
            <p:ph idx="1"/>
          </p:nvPr>
        </p:nvSpPr>
        <p:spPr>
          <a:xfrm>
            <a:off x="612648" y="2212848"/>
            <a:ext cx="5862396" cy="4096512"/>
          </a:xfrm>
        </p:spPr>
        <p:txBody>
          <a:bodyPr>
            <a:normAutofit/>
          </a:bodyPr>
          <a:lstStyle/>
          <a:p>
            <a:pPr lvl="0"/>
            <a:r>
              <a:rPr lang="en-US" sz="1800"/>
              <a:t>A Mini Project Using C Programming LanguageDeveloped using C programming languageFile handling based console applicationUsed to manage hostel mess student records, meals, and billing</a:t>
            </a:r>
          </a:p>
        </p:txBody>
      </p:sp>
      <p:pic>
        <p:nvPicPr>
          <p:cNvPr id="8" name="Graphic 7" descr="Waiter">
            <a:extLst>
              <a:ext uri="{FF2B5EF4-FFF2-40B4-BE49-F238E27FC236}">
                <a16:creationId xmlns:a16="http://schemas.microsoft.com/office/drawing/2014/main" id="{D5676F85-0E88-FB4C-918B-31492C615F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3651485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INTRODUCTION</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Hostel mess management is an important task in educational institutionsManaging student meals manually is time-consuming and error-proneThis project provides a computerized solution to manage mess activities</a:t>
            </a:r>
          </a:p>
        </p:txBody>
      </p:sp>
      <p:pic>
        <p:nvPicPr>
          <p:cNvPr id="8" name="Graphic 7" descr="Backpack">
            <a:extLst>
              <a:ext uri="{FF2B5EF4-FFF2-40B4-BE49-F238E27FC236}">
                <a16:creationId xmlns:a16="http://schemas.microsoft.com/office/drawing/2014/main" id="{BDBD245C-2855-DE4F-5262-D544EAEE02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144059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r>
              <a:rPr lang="en-US" dirty="0"/>
              <a:t>Problem Statement</a:t>
            </a:r>
          </a:p>
        </p:txBody>
      </p:sp>
      <p:graphicFrame>
        <p:nvGraphicFramePr>
          <p:cNvPr id="6" name="Content Placeholder">
            <a:extLst>
              <a:ext uri="{FF2B5EF4-FFF2-40B4-BE49-F238E27FC236}">
                <a16:creationId xmlns:a16="http://schemas.microsoft.com/office/drawing/2014/main" id="{270F4622-ACC2-8A5A-EAB5-B24B533A85F9}"/>
              </a:ext>
            </a:extLst>
          </p:cNvPr>
          <p:cNvGraphicFramePr>
            <a:graphicFrameLocks noGrp="1"/>
          </p:cNvGraphicFramePr>
          <p:nvPr>
            <p:ph idx="1"/>
            <p:extLst>
              <p:ext uri="{D42A27DB-BD31-4B8C-83A1-F6EECF244321}">
                <p14:modId xmlns:p14="http://schemas.microsoft.com/office/powerpoint/2010/main" val="328420471"/>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6903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Purpose of the System</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To store student details permanentlyTo track the number of meals taken by each studentTo calculate the mess bill automatically based on meals</a:t>
            </a:r>
          </a:p>
        </p:txBody>
      </p:sp>
      <p:pic>
        <p:nvPicPr>
          <p:cNvPr id="6" name="Picture 5" descr="Coloured beads on a skewer">
            <a:extLst>
              <a:ext uri="{FF2B5EF4-FFF2-40B4-BE49-F238E27FC236}">
                <a16:creationId xmlns:a16="http://schemas.microsoft.com/office/drawing/2014/main" id="{8F558A1C-AEA2-2184-9974-557068F2509F}"/>
              </a:ext>
            </a:extLst>
          </p:cNvPr>
          <p:cNvPicPr>
            <a:picLocks noChangeAspect="1"/>
          </p:cNvPicPr>
          <p:nvPr/>
        </p:nvPicPr>
        <p:blipFill>
          <a:blip r:embed="rId2"/>
          <a:srcRect l="18387" r="9309"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1932175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Advantages of the System</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Reduces manual work and paperworkSaves time and effortProvides accurate and reliable billingEasy to use menu-driven program</a:t>
            </a:r>
          </a:p>
          <a:p>
            <a:endParaRPr lang="en-US" sz="1800"/>
          </a:p>
        </p:txBody>
      </p:sp>
      <p:pic>
        <p:nvPicPr>
          <p:cNvPr id="6" name="Picture 5" descr="A person reaching for a paper on a table full of paper and sticky notes">
            <a:extLst>
              <a:ext uri="{FF2B5EF4-FFF2-40B4-BE49-F238E27FC236}">
                <a16:creationId xmlns:a16="http://schemas.microsoft.com/office/drawing/2014/main" id="{FA39D18E-D77D-35C4-B645-1F6973C2E4FF}"/>
              </a:ext>
            </a:extLst>
          </p:cNvPr>
          <p:cNvPicPr>
            <a:picLocks noChangeAspect="1"/>
          </p:cNvPicPr>
          <p:nvPr/>
        </p:nvPicPr>
        <p:blipFill>
          <a:blip r:embed="rId2"/>
          <a:srcRect l="12411" r="15184" b="4"/>
          <a:stretch>
            <a:fillRect/>
          </a:stretch>
        </p:blipFill>
        <p:spPr>
          <a:xfrm>
            <a:off x="4752550" y="10"/>
            <a:ext cx="7439450" cy="6857990"/>
          </a:xfrm>
          <a:prstGeom prst="rect">
            <a:avLst/>
          </a:prstGeom>
        </p:spPr>
      </p:pic>
    </p:spTree>
    <p:extLst>
      <p:ext uri="{BB962C8B-B14F-4D97-AF65-F5344CB8AC3E}">
        <p14:creationId xmlns:p14="http://schemas.microsoft.com/office/powerpoint/2010/main" val="2969243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LOOPS USED IN THE CODE</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While loop is used to display the menu continuouslyIt allows the program to run until the user selects the exit optionwhile loop is also used to read student records from the file</a:t>
            </a:r>
          </a:p>
        </p:txBody>
      </p:sp>
      <p:pic>
        <p:nvPicPr>
          <p:cNvPr id="6" name="Picture 5" descr="Computer script on a screen">
            <a:extLst>
              <a:ext uri="{FF2B5EF4-FFF2-40B4-BE49-F238E27FC236}">
                <a16:creationId xmlns:a16="http://schemas.microsoft.com/office/drawing/2014/main" id="{360164D5-1071-FE9A-5EF7-FB750D5B6542}"/>
              </a:ext>
            </a:extLst>
          </p:cNvPr>
          <p:cNvPicPr>
            <a:picLocks noChangeAspect="1"/>
          </p:cNvPicPr>
          <p:nvPr/>
        </p:nvPicPr>
        <p:blipFill>
          <a:blip r:embed="rId2"/>
          <a:srcRect r="27696"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37509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VARIABLES USED IN THE CODE</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Id – Stores the student identification numbername[30] – Stores the name of the studentmeals – Stores total number of meals takenchoice – Stores the user’s menu selectionFILE *fp – Used for file operations</a:t>
            </a:r>
          </a:p>
          <a:p>
            <a:endParaRPr lang="en-US" sz="1800"/>
          </a:p>
        </p:txBody>
      </p:sp>
      <p:pic>
        <p:nvPicPr>
          <p:cNvPr id="8" name="Graphic 7" descr="Employee Badge">
            <a:extLst>
              <a:ext uri="{FF2B5EF4-FFF2-40B4-BE49-F238E27FC236}">
                <a16:creationId xmlns:a16="http://schemas.microsoft.com/office/drawing/2014/main" id="{6DCBB436-2860-2198-C311-58A152B4FC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1447221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7123007" y="603501"/>
            <a:ext cx="4361693" cy="1527049"/>
          </a:xfrm>
        </p:spPr>
        <p:txBody>
          <a:bodyPr anchor="b">
            <a:normAutofit/>
          </a:bodyPr>
          <a:lstStyle/>
          <a:p>
            <a:r>
              <a:rPr lang="en-US" dirty="0"/>
              <a:t>CONCEPTS USED IN THE CODE</a:t>
            </a:r>
          </a:p>
        </p:txBody>
      </p:sp>
      <p:pic>
        <p:nvPicPr>
          <p:cNvPr id="6" name="Picture 5" descr="Computer script on a screen">
            <a:extLst>
              <a:ext uri="{FF2B5EF4-FFF2-40B4-BE49-F238E27FC236}">
                <a16:creationId xmlns:a16="http://schemas.microsoft.com/office/drawing/2014/main" id="{AB7BA897-1B37-CFDA-D8F5-122EDC858F0C}"/>
              </a:ext>
            </a:extLst>
          </p:cNvPr>
          <p:cNvPicPr>
            <a:picLocks noChangeAspect="1"/>
          </p:cNvPicPr>
          <p:nvPr/>
        </p:nvPicPr>
        <p:blipFill>
          <a:blip r:embed="rId2"/>
          <a:srcRect l="547" r="37511" b="-3"/>
          <a:stretch>
            <a:fillRect/>
          </a:stretch>
        </p:blipFill>
        <p:spPr>
          <a:xfrm>
            <a:off x="1" y="10"/>
            <a:ext cx="6373368" cy="6857990"/>
          </a:xfrm>
          <a:prstGeom prst="rect">
            <a:avLst/>
          </a:prstGeom>
        </p:spPr>
      </p:pic>
      <p:sp>
        <p:nvSpPr>
          <p:cNvPr id="3" name="Content Placeholder"/>
          <p:cNvSpPr>
            <a:spLocks noGrp="1"/>
          </p:cNvSpPr>
          <p:nvPr>
            <p:ph idx="1"/>
          </p:nvPr>
        </p:nvSpPr>
        <p:spPr>
          <a:xfrm>
            <a:off x="7123007" y="2212846"/>
            <a:ext cx="4361693" cy="4096514"/>
          </a:xfrm>
        </p:spPr>
        <p:txBody>
          <a:bodyPr>
            <a:normAutofit/>
          </a:bodyPr>
          <a:lstStyle/>
          <a:p>
            <a:pPr lvl="0"/>
            <a:r>
              <a:rPr lang="en-US" sz="1800"/>
              <a:t>Structures – To group student detailsFile Handling – To store and retrieve data permanentlyFunctions – To divide the program into smaller modulesConditional Statements – For decision makingLoops – For repetition of tasks</a:t>
            </a:r>
          </a:p>
        </p:txBody>
      </p:sp>
    </p:spTree>
    <p:extLst>
      <p:ext uri="{BB962C8B-B14F-4D97-AF65-F5344CB8AC3E}">
        <p14:creationId xmlns:p14="http://schemas.microsoft.com/office/powerpoint/2010/main" val="3578336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CONCLUSION</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Hostel Mess Management System is a simple and efficient applicationIt helps in managing student meals and mess bills effectivelyThe system reduces errors and improves accuracyThis project demonstrates practical use of C programming concepts</a:t>
            </a:r>
          </a:p>
        </p:txBody>
      </p:sp>
      <p:pic>
        <p:nvPicPr>
          <p:cNvPr id="8" name="Graphic 7" descr="Checkmark">
            <a:extLst>
              <a:ext uri="{FF2B5EF4-FFF2-40B4-BE49-F238E27FC236}">
                <a16:creationId xmlns:a16="http://schemas.microsoft.com/office/drawing/2014/main" id="{B47C1B72-0471-2F29-4B84-2C07077BCC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219171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r>
              <a:rPr lang="en-US" dirty="0"/>
              <a:t>THANK YOU </a:t>
            </a:r>
          </a:p>
        </p:txBody>
      </p:sp>
      <p:graphicFrame>
        <p:nvGraphicFramePr>
          <p:cNvPr id="6" name="Content Placeholder">
            <a:extLst>
              <a:ext uri="{FF2B5EF4-FFF2-40B4-BE49-F238E27FC236}">
                <a16:creationId xmlns:a16="http://schemas.microsoft.com/office/drawing/2014/main" id="{67809000-D1E6-9276-B458-E97D42714B56}"/>
              </a:ext>
            </a:extLst>
          </p:cNvPr>
          <p:cNvGraphicFramePr>
            <a:graphicFrameLocks noGrp="1"/>
          </p:cNvGraphicFramePr>
          <p:nvPr>
            <p:ph idx="1"/>
            <p:extLst>
              <p:ext uri="{D42A27DB-BD31-4B8C-83A1-F6EECF244321}">
                <p14:modId xmlns:p14="http://schemas.microsoft.com/office/powerpoint/2010/main" val="1577604223"/>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240643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VanillaVTI</vt:lpstr>
      <vt:lpstr>HOSTEL MESS MANAGEMENT SYSTEM</vt:lpstr>
      <vt:lpstr>PowerPoint Presentation</vt:lpstr>
      <vt:lpstr>INTRODUCTION</vt:lpstr>
      <vt:lpstr>Problem Statement</vt:lpstr>
      <vt:lpstr>Purpose of the System</vt:lpstr>
      <vt:lpstr>Advantages of the System</vt:lpstr>
      <vt:lpstr>LOOPS USED IN THE CODE</vt:lpstr>
      <vt:lpstr>VARIABLES USED IN THE CODE</vt:lpstr>
      <vt:lpstr>CONCEPTS USED IN THE CODE</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MESS MANAGEMENT SYSTEM</dc:title>
  <dc:creator>Sai Surya boyi</dc:creator>
  <cp:lastModifiedBy>Sai Surya boyi</cp:lastModifiedBy>
  <cp:revision>3</cp:revision>
  <dcterms:created xsi:type="dcterms:W3CDTF">2025-12-22T15:42:22Z</dcterms:created>
  <dcterms:modified xsi:type="dcterms:W3CDTF">2025-12-22T16:08:46Z</dcterms:modified>
</cp:coreProperties>
</file>